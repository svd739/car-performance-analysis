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E1D98B-BB7F-4648-B3DF-43C59F502240}" v="40" dt="2025-05-01T14:53:49.829"/>
    <p1510:client id="{ABDB9436-D123-4D31-97E4-000C7A5742B8}" v="1" dt="2025-05-01T10:35:39.9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uvik Dey" userId="4ed0ecea5dada8ee" providerId="LiveId" clId="{27E1D98B-BB7F-4648-B3DF-43C59F502240}"/>
    <pc:docChg chg="undo custSel addSld delSld modSld">
      <pc:chgData name="Souvik Dey" userId="4ed0ecea5dada8ee" providerId="LiveId" clId="{27E1D98B-BB7F-4648-B3DF-43C59F502240}" dt="2025-05-01T14:53:49.829" v="167" actId="931"/>
      <pc:docMkLst>
        <pc:docMk/>
      </pc:docMkLst>
      <pc:sldChg chg="add del">
        <pc:chgData name="Souvik Dey" userId="4ed0ecea5dada8ee" providerId="LiveId" clId="{27E1D98B-BB7F-4648-B3DF-43C59F502240}" dt="2025-05-01T14:49:45.413" v="158" actId="47"/>
        <pc:sldMkLst>
          <pc:docMk/>
          <pc:sldMk cId="244613986" sldId="256"/>
        </pc:sldMkLst>
      </pc:sldChg>
      <pc:sldChg chg="addSp delSp modSp new mod">
        <pc:chgData name="Souvik Dey" userId="4ed0ecea5dada8ee" providerId="LiveId" clId="{27E1D98B-BB7F-4648-B3DF-43C59F502240}" dt="2025-05-01T14:53:23.080" v="163" actId="931"/>
        <pc:sldMkLst>
          <pc:docMk/>
          <pc:sldMk cId="3774120986" sldId="256"/>
        </pc:sldMkLst>
        <pc:spChg chg="del">
          <ac:chgData name="Souvik Dey" userId="4ed0ecea5dada8ee" providerId="LiveId" clId="{27E1D98B-BB7F-4648-B3DF-43C59F502240}" dt="2025-05-01T14:49:52.903" v="161" actId="478"/>
          <ac:spMkLst>
            <pc:docMk/>
            <pc:sldMk cId="3774120986" sldId="256"/>
            <ac:spMk id="2" creationId="{D2E7C96B-47A9-0B3B-16C4-E18093697FFD}"/>
          </ac:spMkLst>
        </pc:spChg>
        <pc:spChg chg="del">
          <ac:chgData name="Souvik Dey" userId="4ed0ecea5dada8ee" providerId="LiveId" clId="{27E1D98B-BB7F-4648-B3DF-43C59F502240}" dt="2025-05-01T14:49:55.457" v="162" actId="478"/>
          <ac:spMkLst>
            <pc:docMk/>
            <pc:sldMk cId="3774120986" sldId="256"/>
            <ac:spMk id="3" creationId="{A176F7B7-4F04-7BEC-BE11-C2D0C5624630}"/>
          </ac:spMkLst>
        </pc:spChg>
        <pc:picChg chg="add mod">
          <ac:chgData name="Souvik Dey" userId="4ed0ecea5dada8ee" providerId="LiveId" clId="{27E1D98B-BB7F-4648-B3DF-43C59F502240}" dt="2025-05-01T14:53:23.080" v="163" actId="931"/>
          <ac:picMkLst>
            <pc:docMk/>
            <pc:sldMk cId="3774120986" sldId="256"/>
            <ac:picMk id="5" creationId="{D00296DF-D4BF-88D0-4F71-4E4B024E6780}"/>
          </ac:picMkLst>
        </pc:picChg>
      </pc:sldChg>
      <pc:sldChg chg="addSp delSp modSp del mod setBg">
        <pc:chgData name="Souvik Dey" userId="4ed0ecea5dada8ee" providerId="LiveId" clId="{27E1D98B-BB7F-4648-B3DF-43C59F502240}" dt="2025-05-01T14:49:47.552" v="159" actId="47"/>
        <pc:sldMkLst>
          <pc:docMk/>
          <pc:sldMk cId="2537831862" sldId="257"/>
        </pc:sldMkLst>
        <pc:spChg chg="add del mod">
          <ac:chgData name="Souvik Dey" userId="4ed0ecea5dada8ee" providerId="LiveId" clId="{27E1D98B-BB7F-4648-B3DF-43C59F502240}" dt="2025-05-01T12:52:59.144" v="24" actId="478"/>
          <ac:spMkLst>
            <pc:docMk/>
            <pc:sldMk cId="2537831862" sldId="257"/>
            <ac:spMk id="2" creationId="{1B0697F7-E935-82A8-027A-1DA0E44652D6}"/>
          </ac:spMkLst>
        </pc:spChg>
        <pc:spChg chg="add mod">
          <ac:chgData name="Souvik Dey" userId="4ed0ecea5dada8ee" providerId="LiveId" clId="{27E1D98B-BB7F-4648-B3DF-43C59F502240}" dt="2025-05-01T13:17:07.435" v="156" actId="14100"/>
          <ac:spMkLst>
            <pc:docMk/>
            <pc:sldMk cId="2537831862" sldId="257"/>
            <ac:spMk id="2" creationId="{536BEB14-3308-7F54-C1FB-AF9A78C7AEF7}"/>
          </ac:spMkLst>
        </pc:spChg>
        <pc:spChg chg="add mod">
          <ac:chgData name="Souvik Dey" userId="4ed0ecea5dada8ee" providerId="LiveId" clId="{27E1D98B-BB7F-4648-B3DF-43C59F502240}" dt="2025-05-01T13:15:50.572" v="136" actId="14100"/>
          <ac:spMkLst>
            <pc:docMk/>
            <pc:sldMk cId="2537831862" sldId="257"/>
            <ac:spMk id="3" creationId="{A577F4F8-D7DC-0994-5F0E-ACC78693A7F7}"/>
          </ac:spMkLst>
        </pc:spChg>
        <pc:spChg chg="add mod">
          <ac:chgData name="Souvik Dey" userId="4ed0ecea5dada8ee" providerId="LiveId" clId="{27E1D98B-BB7F-4648-B3DF-43C59F502240}" dt="2025-05-01T12:55:24.816" v="29"/>
          <ac:spMkLst>
            <pc:docMk/>
            <pc:sldMk cId="2537831862" sldId="257"/>
            <ac:spMk id="4" creationId="{4B6EB35F-AFD0-D34F-FFA7-22BBD0289EB1}"/>
          </ac:spMkLst>
        </pc:spChg>
        <pc:spChg chg="add mod">
          <ac:chgData name="Souvik Dey" userId="4ed0ecea5dada8ee" providerId="LiveId" clId="{27E1D98B-BB7F-4648-B3DF-43C59F502240}" dt="2025-05-01T12:55:25.169" v="30"/>
          <ac:spMkLst>
            <pc:docMk/>
            <pc:sldMk cId="2537831862" sldId="257"/>
            <ac:spMk id="6" creationId="{899D9760-5C21-F9CB-8619-06482B75E5ED}"/>
          </ac:spMkLst>
        </pc:spChg>
        <pc:spChg chg="add mod">
          <ac:chgData name="Souvik Dey" userId="4ed0ecea5dada8ee" providerId="LiveId" clId="{27E1D98B-BB7F-4648-B3DF-43C59F502240}" dt="2025-05-01T12:55:25.462" v="31"/>
          <ac:spMkLst>
            <pc:docMk/>
            <pc:sldMk cId="2537831862" sldId="257"/>
            <ac:spMk id="7" creationId="{2E1E87DB-5AF2-1AD2-27C4-2A0AC138E957}"/>
          </ac:spMkLst>
        </pc:spChg>
        <pc:spChg chg="add mod">
          <ac:chgData name="Souvik Dey" userId="4ed0ecea5dada8ee" providerId="LiveId" clId="{27E1D98B-BB7F-4648-B3DF-43C59F502240}" dt="2025-05-01T12:55:43.002" v="38" actId="1076"/>
          <ac:spMkLst>
            <pc:docMk/>
            <pc:sldMk cId="2537831862" sldId="257"/>
            <ac:spMk id="8" creationId="{E4969C25-A629-9434-6918-577746777F37}"/>
          </ac:spMkLst>
        </pc:spChg>
        <pc:spChg chg="add mod">
          <ac:chgData name="Souvik Dey" userId="4ed0ecea5dada8ee" providerId="LiveId" clId="{27E1D98B-BB7F-4648-B3DF-43C59F502240}" dt="2025-05-01T12:55:43.494" v="39" actId="1076"/>
          <ac:spMkLst>
            <pc:docMk/>
            <pc:sldMk cId="2537831862" sldId="257"/>
            <ac:spMk id="9" creationId="{05A08420-257C-075B-AAF8-CC3688246476}"/>
          </ac:spMkLst>
        </pc:spChg>
        <pc:spChg chg="add mod">
          <ac:chgData name="Souvik Dey" userId="4ed0ecea5dada8ee" providerId="LiveId" clId="{27E1D98B-BB7F-4648-B3DF-43C59F502240}" dt="2025-05-01T13:16:24.083" v="144" actId="14100"/>
          <ac:spMkLst>
            <pc:docMk/>
            <pc:sldMk cId="2537831862" sldId="257"/>
            <ac:spMk id="10" creationId="{4371C7FC-9736-5BEB-C503-8B9330F29EB4}"/>
          </ac:spMkLst>
        </pc:spChg>
        <pc:spChg chg="add del mod">
          <ac:chgData name="Souvik Dey" userId="4ed0ecea5dada8ee" providerId="LiveId" clId="{27E1D98B-BB7F-4648-B3DF-43C59F502240}" dt="2025-05-01T12:59:16.925" v="91" actId="478"/>
          <ac:spMkLst>
            <pc:docMk/>
            <pc:sldMk cId="2537831862" sldId="257"/>
            <ac:spMk id="11" creationId="{D5553F1E-C01D-CE2F-2C84-E70E62458C76}"/>
          </ac:spMkLst>
        </pc:spChg>
        <pc:spChg chg="add mod">
          <ac:chgData name="Souvik Dey" userId="4ed0ecea5dada8ee" providerId="LiveId" clId="{27E1D98B-BB7F-4648-B3DF-43C59F502240}" dt="2025-05-01T13:16:36.600" v="148" actId="14100"/>
          <ac:spMkLst>
            <pc:docMk/>
            <pc:sldMk cId="2537831862" sldId="257"/>
            <ac:spMk id="12" creationId="{2F751B2B-E5A5-DEE9-9FB6-A58A9D2E7A46}"/>
          </ac:spMkLst>
        </pc:spChg>
        <pc:spChg chg="add mod">
          <ac:chgData name="Souvik Dey" userId="4ed0ecea5dada8ee" providerId="LiveId" clId="{27E1D98B-BB7F-4648-B3DF-43C59F502240}" dt="2025-05-01T13:16:46.840" v="149" actId="14100"/>
          <ac:spMkLst>
            <pc:docMk/>
            <pc:sldMk cId="2537831862" sldId="257"/>
            <ac:spMk id="13" creationId="{B0DBE0B7-8C9C-6151-F863-5B8EDE4423E4}"/>
          </ac:spMkLst>
        </pc:spChg>
        <pc:spChg chg="add mod">
          <ac:chgData name="Souvik Dey" userId="4ed0ecea5dada8ee" providerId="LiveId" clId="{27E1D98B-BB7F-4648-B3DF-43C59F502240}" dt="2025-05-01T13:17:14.137" v="157" actId="14100"/>
          <ac:spMkLst>
            <pc:docMk/>
            <pc:sldMk cId="2537831862" sldId="257"/>
            <ac:spMk id="14" creationId="{F894BBB8-EA79-CBDC-2B8A-47B1B5528026}"/>
          </ac:spMkLst>
        </pc:spChg>
        <pc:spChg chg="add mod">
          <ac:chgData name="Souvik Dey" userId="4ed0ecea5dada8ee" providerId="LiveId" clId="{27E1D98B-BB7F-4648-B3DF-43C59F502240}" dt="2025-05-01T13:15:12.630" v="133" actId="14100"/>
          <ac:spMkLst>
            <pc:docMk/>
            <pc:sldMk cId="2537831862" sldId="257"/>
            <ac:spMk id="15" creationId="{00A5C857-7674-B429-588F-1A49BD451F31}"/>
          </ac:spMkLst>
        </pc:spChg>
        <pc:spChg chg="add mod">
          <ac:chgData name="Souvik Dey" userId="4ed0ecea5dada8ee" providerId="LiveId" clId="{27E1D98B-BB7F-4648-B3DF-43C59F502240}" dt="2025-05-01T13:16:04.119" v="140" actId="14100"/>
          <ac:spMkLst>
            <pc:docMk/>
            <pc:sldMk cId="2537831862" sldId="257"/>
            <ac:spMk id="16" creationId="{6782C0A6-22B4-DA9A-D371-87A3F1D06A9E}"/>
          </ac:spMkLst>
        </pc:spChg>
      </pc:sldChg>
      <pc:sldChg chg="addSp delSp modSp new mod">
        <pc:chgData name="Souvik Dey" userId="4ed0ecea5dada8ee" providerId="LiveId" clId="{27E1D98B-BB7F-4648-B3DF-43C59F502240}" dt="2025-05-01T14:53:49.829" v="167" actId="931"/>
        <pc:sldMkLst>
          <pc:docMk/>
          <pc:sldMk cId="3058441338" sldId="257"/>
        </pc:sldMkLst>
        <pc:spChg chg="del">
          <ac:chgData name="Souvik Dey" userId="4ed0ecea5dada8ee" providerId="LiveId" clId="{27E1D98B-BB7F-4648-B3DF-43C59F502240}" dt="2025-05-01T14:53:39.458" v="165" actId="478"/>
          <ac:spMkLst>
            <pc:docMk/>
            <pc:sldMk cId="3058441338" sldId="257"/>
            <ac:spMk id="2" creationId="{BE7B48A1-66F4-AEB0-9750-473D66ACE0E4}"/>
          </ac:spMkLst>
        </pc:spChg>
        <pc:spChg chg="del">
          <ac:chgData name="Souvik Dey" userId="4ed0ecea5dada8ee" providerId="LiveId" clId="{27E1D98B-BB7F-4648-B3DF-43C59F502240}" dt="2025-05-01T14:53:40.925" v="166" actId="478"/>
          <ac:spMkLst>
            <pc:docMk/>
            <pc:sldMk cId="3058441338" sldId="257"/>
            <ac:spMk id="3" creationId="{10AEE7F3-3C5B-5436-72C6-45928F97FD25}"/>
          </ac:spMkLst>
        </pc:spChg>
        <pc:picChg chg="add mod">
          <ac:chgData name="Souvik Dey" userId="4ed0ecea5dada8ee" providerId="LiveId" clId="{27E1D98B-BB7F-4648-B3DF-43C59F502240}" dt="2025-05-01T14:53:49.829" v="167" actId="931"/>
          <ac:picMkLst>
            <pc:docMk/>
            <pc:sldMk cId="3058441338" sldId="257"/>
            <ac:picMk id="5" creationId="{B03AAB47-A6E7-E13E-CD52-381912CFA50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AA99D-678E-229B-1206-AFCB0C9CA2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BBA86B-7236-E8F8-CC3C-92E82D4C46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CD06F-15F4-6F58-F036-D9D20183A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4B927-8035-4B2F-A701-BC36E9D4A21E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AE752-1DDF-5F57-2BE6-06E578243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6D23F-7691-9C2A-EB74-BEBCC7835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2435-9BDA-49A0-B7BA-60D39476D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015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3E783-62E8-5B5C-5411-ED2323498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B99EF-743F-81FC-9A77-00B4ED5AD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C856C-B397-7E64-1DE1-A57BBC35F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4B927-8035-4B2F-A701-BC36E9D4A21E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4618B-FB4B-8D24-C320-B7AED6C62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8EA4B-6BDB-B484-2DA9-92A0A8CD6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2435-9BDA-49A0-B7BA-60D39476D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539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820B8-33FE-DAF0-A875-50952CD9A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41234-F208-7421-F3E6-651112A6E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15821-4A8C-3100-D87F-0155E67AB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4B927-8035-4B2F-A701-BC36E9D4A21E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FD6FE-7EB7-5B6C-1AD8-D605F6D6E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C9B2D-0302-8D02-75A6-698E31677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2435-9BDA-49A0-B7BA-60D39476D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342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069BA-5F06-6E7B-F7A1-C1F1D909F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4519D-BEE5-A624-3370-A0E018AF26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479498-2B3A-DE8F-9DA7-0CB2006E10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753F99-CD27-9656-F95E-41E472277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4B927-8035-4B2F-A701-BC36E9D4A21E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090B9-0C1C-25E5-12FF-519093702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44C576-D5CF-41CE-C803-85D5700B8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2435-9BDA-49A0-B7BA-60D39476D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0355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5DE5-A91F-1AE5-DC86-E43E6705E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1CE209-A8BA-7A23-6E2E-F5C593741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13CA11-8636-058B-C16C-B64DF8DC73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8F9090-61CB-85B2-BD7B-731F911096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FC6271-36A7-FE2F-AFAE-2CE1F54981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5A67FA-E575-C8E3-3F94-4DEAE8B6B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4B927-8035-4B2F-A701-BC36E9D4A21E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12F047-3708-4183-0C70-1328ED829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42E89A-E9BC-1D49-426A-BFE2F74F8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2435-9BDA-49A0-B7BA-60D39476D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028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746EF-86DB-E468-50C1-9B348A60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9148E-077E-83D4-6588-FA696D7D4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4B927-8035-4B2F-A701-BC36E9D4A21E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003578-DDE1-B442-7888-C2FC242C2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CCB212-F3CE-71D7-2C74-84A110C31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2435-9BDA-49A0-B7BA-60D39476D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6246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40DA8D-19AA-5180-4D7A-55B638A7C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4B927-8035-4B2F-A701-BC36E9D4A21E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21F9CA-867C-62BC-0D52-0FA80C7C8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6A122-7EF9-F44C-47EA-CB6350F85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2435-9BDA-49A0-B7BA-60D39476D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910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2870A-F96C-1D4C-EE1A-A6172E36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E74AC-8A71-D53E-C268-E74A37F40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AA9A07-077F-6607-80B6-DDE7950902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708BCC-2DBC-2D62-DF91-C0E8B7355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4B927-8035-4B2F-A701-BC36E9D4A21E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145785-FF7B-F890-78F1-E0D3813B8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0171EE-007C-5445-AC92-22B10CEC3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2435-9BDA-49A0-B7BA-60D39476D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542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3ADCF-E456-93A1-3A3D-45F88C706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F16E38-FB5A-B12B-DC08-60E7BC868E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87EF1B-EE6A-6D11-5BCA-ADCA09A385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516236-5B57-427A-8D3E-5B56BCC14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4B927-8035-4B2F-A701-BC36E9D4A21E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9EE15B-F5EB-43EC-B8D5-86CCC64E8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9A8ECD-A566-0BDF-0B3A-8983E7017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2435-9BDA-49A0-B7BA-60D39476D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844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CAC8E-2746-7D21-B85A-A2393E8AE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3E4CE4-EDEA-E20C-5B8D-A3AEBDA206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8B38D-0FAE-F0C6-EC30-89A9C24DA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4B927-8035-4B2F-A701-BC36E9D4A21E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68718-FD0B-C24F-E0F4-490C22B9F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4171A-C357-F55B-628D-00436BCC3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2435-9BDA-49A0-B7BA-60D39476D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5205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D38D36-D908-E9C9-7A52-BC1757FDA1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B04B23-6C39-984B-D4BD-5F9492ED1B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DAC96-0446-D3D1-6EBA-43151F11B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4B927-8035-4B2F-A701-BC36E9D4A21E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526E7-FFF9-53A7-E277-42F96A705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C722E-F95F-7D14-48DE-D01DEB644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12435-9BDA-49A0-B7BA-60D39476D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065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9C92B4-6E0F-F277-0639-FF310F202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9FC964-AB42-DCE6-DC91-DE775375F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6CE35-72EE-012F-28D0-BCC8BC0F62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C4B927-8035-4B2F-A701-BC36E9D4A21E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C6CF6-34F0-D934-0C98-D7D8BCEB91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EE68B-0044-53A0-2500-A1C86815CC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312435-9BDA-49A0-B7BA-60D39476DD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833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0296DF-D4BF-88D0-4F71-4E4B024E67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977"/>
            <a:ext cx="12192000" cy="6820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120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3AAB47-A6E7-E13E-CD52-381912CFA5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673"/>
            <a:ext cx="12192000" cy="6746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441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Soumik Dey</dc:creator>
  <cp:lastModifiedBy>Souvik Dey</cp:lastModifiedBy>
  <cp:revision>2</cp:revision>
  <dcterms:created xsi:type="dcterms:W3CDTF">2025-05-01T06:02:50Z</dcterms:created>
  <dcterms:modified xsi:type="dcterms:W3CDTF">2025-05-01T14:53:51Z</dcterms:modified>
</cp:coreProperties>
</file>